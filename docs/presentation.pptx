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ECC03-D881-1EE4-B2A4-33683AA1666B}" v="1372" dt="2025-12-07T20:07:12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board with chalk marks&#10;&#10;AI-generated content may be incorrect.">
            <a:extLst>
              <a:ext uri="{FF2B5EF4-FFF2-40B4-BE49-F238E27FC236}">
                <a16:creationId xmlns:a16="http://schemas.microsoft.com/office/drawing/2014/main" id="{8B067E22-8148-EF7B-2A01-DE884D8BA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7B8F18-C588-C13B-6486-489553CF7275}"/>
              </a:ext>
            </a:extLst>
          </p:cNvPr>
          <p:cNvSpPr txBox="1"/>
          <p:nvPr/>
        </p:nvSpPr>
        <p:spPr>
          <a:xfrm>
            <a:off x="4349750" y="2967335"/>
            <a:ext cx="3492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omic Sans MS"/>
                <a:ea typeface="Calibri"/>
                <a:cs typeface="Calibri"/>
              </a:rPr>
              <a:t>Error 404</a:t>
            </a:r>
            <a:endParaRPr lang="en-US" sz="5400" dirty="0">
              <a:solidFill>
                <a:schemeClr val="bg1"/>
              </a:solidFill>
              <a:latin typeface="Constantia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DC946-3BB9-CDA2-AE55-4886C7A3CEC0}"/>
              </a:ext>
            </a:extLst>
          </p:cNvPr>
          <p:cNvSpPr txBox="1"/>
          <p:nvPr/>
        </p:nvSpPr>
        <p:spPr>
          <a:xfrm>
            <a:off x="5101167" y="1047750"/>
            <a:ext cx="19896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omic Sans MS"/>
                <a:ea typeface="Calibri"/>
                <a:cs typeface="Calibri"/>
              </a:rPr>
              <a:t>Team</a:t>
            </a:r>
            <a:endParaRPr lang="en-US" sz="5400" dirty="0">
              <a:solidFill>
                <a:schemeClr val="bg1"/>
              </a:solidFill>
              <a:latin typeface="Constanti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DFB-BC03-E810-7469-F23AF5F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3AC14C-B713-85A5-3BEC-AB68DD42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290024-5A54-1070-6436-A2D32E37B66C}"/>
              </a:ext>
            </a:extLst>
          </p:cNvPr>
          <p:cNvSpPr txBox="1"/>
          <p:nvPr/>
        </p:nvSpPr>
        <p:spPr>
          <a:xfrm>
            <a:off x="4593167" y="486833"/>
            <a:ext cx="30056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Our team</a:t>
            </a:r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434B99D8-3099-58E3-50B9-CFC6A95B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67" y="2453217"/>
            <a:ext cx="1962149" cy="19515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15986-9438-DD95-6BBC-90B0B467A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84" y="2453217"/>
            <a:ext cx="1962150" cy="19515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A2AE9-3CE6-0C98-75FD-CDA387D7A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467" y="2453217"/>
            <a:ext cx="2015066" cy="19515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person with glasses and a yellow lanyard&#10;&#10;AI-generated content may be incorrect.">
            <a:extLst>
              <a:ext uri="{FF2B5EF4-FFF2-40B4-BE49-F238E27FC236}">
                <a16:creationId xmlns:a16="http://schemas.microsoft.com/office/drawing/2014/main" id="{64733D3B-8A5C-77AA-DDB2-CEC3730BF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4383" y="2453217"/>
            <a:ext cx="1962150" cy="19515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D0ACF5-36E6-EBC5-07E4-238499D947AD}"/>
              </a:ext>
            </a:extLst>
          </p:cNvPr>
          <p:cNvSpPr txBox="1"/>
          <p:nvPr/>
        </p:nvSpPr>
        <p:spPr>
          <a:xfrm>
            <a:off x="1274885" y="4790994"/>
            <a:ext cx="21068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/>
              </a:rPr>
              <a:t>Galin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Enev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9B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1BEEB-0087-3151-01F1-AAEDDF5AFEAA}"/>
              </a:ext>
            </a:extLst>
          </p:cNvPr>
          <p:cNvSpPr txBox="1"/>
          <p:nvPr/>
        </p:nvSpPr>
        <p:spPr>
          <a:xfrm>
            <a:off x="3697653" y="4790994"/>
            <a:ext cx="22534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/>
              </a:rPr>
              <a:t>Iliyan Iliev 9V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ADF4A-C612-CB9A-7DCB-C9E07E11E20E}"/>
              </a:ext>
            </a:extLst>
          </p:cNvPr>
          <p:cNvSpPr txBox="1"/>
          <p:nvPr/>
        </p:nvSpPr>
        <p:spPr>
          <a:xfrm>
            <a:off x="6012961" y="4790993"/>
            <a:ext cx="26246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Zlati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Georgakiev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9G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8B0377-E503-1D3D-5525-202A4A38BD70}"/>
              </a:ext>
            </a:extLst>
          </p:cNvPr>
          <p:cNvSpPr txBox="1"/>
          <p:nvPr/>
        </p:nvSpPr>
        <p:spPr>
          <a:xfrm>
            <a:off x="8611577" y="4790993"/>
            <a:ext cx="23804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/>
              </a:rPr>
              <a:t>Rosica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Velkova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 9A</a:t>
            </a:r>
          </a:p>
        </p:txBody>
      </p:sp>
    </p:spTree>
    <p:extLst>
      <p:ext uri="{BB962C8B-B14F-4D97-AF65-F5344CB8AC3E}">
        <p14:creationId xmlns:p14="http://schemas.microsoft.com/office/powerpoint/2010/main" val="177025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DD09-C7CE-170C-A5B3-0D3AF947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CD6900-ABF0-06DA-7250-9884C08B0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board with chalk marks&#10;&#10;AI-generated content may be incorrect.">
            <a:extLst>
              <a:ext uri="{FF2B5EF4-FFF2-40B4-BE49-F238E27FC236}">
                <a16:creationId xmlns:a16="http://schemas.microsoft.com/office/drawing/2014/main" id="{E77D3F19-3D75-8874-DBA1-49F40181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F27365-DC0E-0FE7-D63D-0FFE8B892C57}"/>
              </a:ext>
            </a:extLst>
          </p:cNvPr>
          <p:cNvSpPr txBox="1"/>
          <p:nvPr/>
        </p:nvSpPr>
        <p:spPr>
          <a:xfrm>
            <a:off x="3429000" y="719667"/>
            <a:ext cx="53445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Used technologies</a:t>
            </a:r>
          </a:p>
        </p:txBody>
      </p:sp>
      <p:pic>
        <p:nvPicPr>
          <p:cNvPr id="5" name="Picture 4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5C5795E4-6305-344A-F63A-4DD4FBE2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688" y="1955272"/>
            <a:ext cx="2004484" cy="2004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1DE1A-6E10-A2C3-5174-DEEE7A75A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50" y="1841499"/>
            <a:ext cx="2180167" cy="2116667"/>
          </a:xfrm>
          <a:prstGeom prst="rect">
            <a:avLst/>
          </a:prstGeom>
        </p:spPr>
      </p:pic>
      <p:pic>
        <p:nvPicPr>
          <p:cNvPr id="7" name="Picture 6" descr="A red and black sign&#10;&#10;AI-generated content may be incorrect.">
            <a:extLst>
              <a:ext uri="{FF2B5EF4-FFF2-40B4-BE49-F238E27FC236}">
                <a16:creationId xmlns:a16="http://schemas.microsoft.com/office/drawing/2014/main" id="{88FCE902-2B11-61E7-09DB-40ABBF826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083" y="1957917"/>
            <a:ext cx="2095500" cy="20531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36681-FEDA-4FD1-210A-47A26DB6B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33" y="1841501"/>
            <a:ext cx="2148418" cy="2116667"/>
          </a:xfrm>
          <a:prstGeom prst="rect">
            <a:avLst/>
          </a:prstGeom>
        </p:spPr>
      </p:pic>
      <p:pic>
        <p:nvPicPr>
          <p:cNvPr id="10" name="Picture 9" descr="A blue square with white letter on it&#10;&#10;AI-generated content may be incorrect.">
            <a:extLst>
              <a:ext uri="{FF2B5EF4-FFF2-40B4-BE49-F238E27FC236}">
                <a16:creationId xmlns:a16="http://schemas.microsoft.com/office/drawing/2014/main" id="{3415590F-9208-EAEA-FA28-0F5118323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71" y="4307416"/>
            <a:ext cx="2012426" cy="1873251"/>
          </a:xfrm>
          <a:prstGeom prst="rect">
            <a:avLst/>
          </a:prstGeom>
        </p:spPr>
      </p:pic>
      <p:pic>
        <p:nvPicPr>
          <p:cNvPr id="11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206CD8-8D4C-C711-C5AA-F3FE50EDB2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4621" y="4265082"/>
            <a:ext cx="2029884" cy="1971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41FDC-8BCD-98B6-1348-EC37758733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2538" y="4053418"/>
            <a:ext cx="3735917" cy="21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8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E7CF-C48F-2780-05CC-98268948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332CE6-57D2-AD59-87B3-16B9F7C15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board with chalk marks&#10;&#10;AI-generated content may be incorrect.">
            <a:extLst>
              <a:ext uri="{FF2B5EF4-FFF2-40B4-BE49-F238E27FC236}">
                <a16:creationId xmlns:a16="http://schemas.microsoft.com/office/drawing/2014/main" id="{788AE801-29EC-9AF1-3447-DCE9A983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909DDE-24D2-D425-35A2-5470F1A62644}"/>
              </a:ext>
            </a:extLst>
          </p:cNvPr>
          <p:cNvSpPr txBox="1"/>
          <p:nvPr/>
        </p:nvSpPr>
        <p:spPr>
          <a:xfrm>
            <a:off x="4741333" y="613833"/>
            <a:ext cx="271991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Our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D336-AA47-D966-2144-2A67C39841FD}"/>
              </a:ext>
            </a:extLst>
          </p:cNvPr>
          <p:cNvSpPr txBox="1"/>
          <p:nvPr/>
        </p:nvSpPr>
        <p:spPr>
          <a:xfrm>
            <a:off x="1312333" y="1852082"/>
            <a:ext cx="420158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Comic Sans MS"/>
              </a:rPr>
              <a:t>Create a working hangman game</a:t>
            </a:r>
          </a:p>
          <a:p>
            <a:pPr marL="342900" indent="-342900">
              <a:buFont typeface="Calibri"/>
              <a:buChar char="-"/>
            </a:pPr>
            <a:endParaRPr lang="en-US" sz="2800" dirty="0">
              <a:solidFill>
                <a:schemeClr val="bg1"/>
              </a:solidFill>
              <a:latin typeface="Comic Sans MS"/>
            </a:endParaRPr>
          </a:p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Comic Sans MS"/>
              </a:rPr>
              <a:t>Write organized code</a:t>
            </a:r>
          </a:p>
          <a:p>
            <a:pPr marL="342900" indent="-342900">
              <a:buFont typeface="Calibri"/>
              <a:buChar char="-"/>
            </a:pPr>
            <a:endParaRPr lang="en-US" sz="2800" dirty="0">
              <a:solidFill>
                <a:schemeClr val="bg1"/>
              </a:solidFill>
              <a:latin typeface="Comic Sans MS"/>
            </a:endParaRPr>
          </a:p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Comic Sans MS"/>
              </a:rPr>
              <a:t>Create a simple interface for users</a:t>
            </a:r>
          </a:p>
          <a:p>
            <a:pPr marL="342900" indent="-342900">
              <a:buFont typeface="Calibri"/>
              <a:buChar char="-"/>
            </a:pPr>
            <a:endParaRPr lang="en-US" sz="2800" dirty="0">
              <a:solidFill>
                <a:schemeClr val="bg1"/>
              </a:solidFill>
              <a:latin typeface="Comic Sans MS"/>
            </a:endParaRPr>
          </a:p>
          <a:p>
            <a:pPr marL="342900" indent="-3429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Comic Sans MS"/>
              </a:rPr>
              <a:t>Practicing teamwork</a:t>
            </a:r>
          </a:p>
          <a:p>
            <a:pPr marL="342900" indent="-342900" algn="l">
              <a:buFont typeface="Calibri"/>
              <a:buChar char="-"/>
            </a:pPr>
            <a:endParaRPr lang="en-US" sz="2400" dirty="0">
              <a:solidFill>
                <a:schemeClr val="bg1"/>
              </a:solidFill>
              <a:latin typeface="Comic Sans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73E05-2ED7-B8F6-843F-FAA07A2B00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0" y="102933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0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F62A-0A48-24A6-0677-24075EEA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5D0EF0-EBF0-C06C-607E-FEEBFE622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ackboard with chalk marks&#10;&#10;AI-generated content may be incorrect.">
            <a:extLst>
              <a:ext uri="{FF2B5EF4-FFF2-40B4-BE49-F238E27FC236}">
                <a16:creationId xmlns:a16="http://schemas.microsoft.com/office/drawing/2014/main" id="{7420023B-F7BF-05A5-F12C-723F7B71C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69DE6F-675C-D0A2-76E2-E4F7B57AB446}"/>
              </a:ext>
            </a:extLst>
          </p:cNvPr>
          <p:cNvSpPr txBox="1"/>
          <p:nvPr/>
        </p:nvSpPr>
        <p:spPr>
          <a:xfrm>
            <a:off x="3026833" y="3012860"/>
            <a:ext cx="61383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Let's get to the app!</a:t>
            </a:r>
          </a:p>
        </p:txBody>
      </p:sp>
    </p:spTree>
    <p:extLst>
      <p:ext uri="{BB962C8B-B14F-4D97-AF65-F5344CB8AC3E}">
        <p14:creationId xmlns:p14="http://schemas.microsoft.com/office/powerpoint/2010/main" val="205905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Comic Sans MS</vt:lpstr>
      <vt:lpstr>Constantia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Галин Красимиров Енев</cp:lastModifiedBy>
  <cp:revision>221</cp:revision>
  <dcterms:created xsi:type="dcterms:W3CDTF">2025-12-07T19:01:27Z</dcterms:created>
  <dcterms:modified xsi:type="dcterms:W3CDTF">2025-12-07T22:46:37Z</dcterms:modified>
</cp:coreProperties>
</file>